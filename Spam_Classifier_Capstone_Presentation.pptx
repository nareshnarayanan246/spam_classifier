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88CE-EFA9-4B40-85C2-ACA258BC5AD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E647-FDD0-4255-8EA7-C246F2A71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17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88CE-EFA9-4B40-85C2-ACA258BC5AD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E647-FDD0-4255-8EA7-C246F2A71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39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88CE-EFA9-4B40-85C2-ACA258BC5AD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E647-FDD0-4255-8EA7-C246F2A71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11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88CE-EFA9-4B40-85C2-ACA258BC5AD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E647-FDD0-4255-8EA7-C246F2A71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5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88CE-EFA9-4B40-85C2-ACA258BC5AD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E647-FDD0-4255-8EA7-C246F2A71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27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88CE-EFA9-4B40-85C2-ACA258BC5AD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E647-FDD0-4255-8EA7-C246F2A71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942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88CE-EFA9-4B40-85C2-ACA258BC5AD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E647-FDD0-4255-8EA7-C246F2A71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17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88CE-EFA9-4B40-85C2-ACA258BC5AD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E647-FDD0-4255-8EA7-C246F2A71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0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88CE-EFA9-4B40-85C2-ACA258BC5AD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E647-FDD0-4255-8EA7-C246F2A71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10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88CE-EFA9-4B40-85C2-ACA258BC5AD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E647-FDD0-4255-8EA7-C246F2A71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458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88CE-EFA9-4B40-85C2-ACA258BC5AD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E647-FDD0-4255-8EA7-C246F2A71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71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488CE-EFA9-4B40-85C2-ACA258BC5AD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5E647-FDD0-4255-8EA7-C246F2A71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7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257577"/>
            <a:ext cx="9144000" cy="376754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Title: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📧 Spam Classifier using AI &amp; Python</a:t>
            </a:r>
            <a:br>
              <a:rPr lang="en-GB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Subtitle: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AI Python Capstone Project</a:t>
            </a:r>
          </a:p>
          <a:p>
            <a:endParaRPr lang="en-GB" dirty="0"/>
          </a:p>
          <a:p>
            <a:r>
              <a:rPr lang="en-US" dirty="0" smtClean="0"/>
              <a:t>Presented by:</a:t>
            </a:r>
            <a:br>
              <a:rPr lang="en-US" dirty="0" smtClean="0"/>
            </a:br>
            <a:r>
              <a:rPr lang="en-US" dirty="0" err="1" smtClean="0"/>
              <a:t>Naresh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256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Content:</a:t>
            </a:r>
            <a:endParaRPr lang="en-GB" dirty="0" smtClean="0"/>
          </a:p>
          <a:p>
            <a:r>
              <a:rPr lang="en-GB" dirty="0" smtClean="0"/>
              <a:t>Spam messages are increasing rapidly</a:t>
            </a:r>
          </a:p>
          <a:p>
            <a:r>
              <a:rPr lang="en-GB" dirty="0" smtClean="0"/>
              <a:t>Manual filtering is inefficient</a:t>
            </a:r>
          </a:p>
          <a:p>
            <a:r>
              <a:rPr lang="en-GB" dirty="0" smtClean="0"/>
              <a:t>AI can automatically detect spam messages</a:t>
            </a:r>
          </a:p>
          <a:p>
            <a:r>
              <a:rPr lang="en-GB" dirty="0" smtClean="0"/>
              <a:t>This project builds a spam detection system using Python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506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Content:</a:t>
            </a:r>
            <a:endParaRPr lang="en-GB" dirty="0" smtClean="0"/>
          </a:p>
          <a:p>
            <a:r>
              <a:rPr lang="en-GB" dirty="0" smtClean="0"/>
              <a:t>Spam messages cause:</a:t>
            </a:r>
          </a:p>
          <a:p>
            <a:pPr lvl="1"/>
            <a:r>
              <a:rPr lang="en-GB" dirty="0" smtClean="0"/>
              <a:t>Time loss</a:t>
            </a:r>
          </a:p>
          <a:p>
            <a:pPr lvl="1"/>
            <a:r>
              <a:rPr lang="en-GB" dirty="0" smtClean="0"/>
              <a:t>Security threats</a:t>
            </a:r>
          </a:p>
          <a:p>
            <a:pPr lvl="1"/>
            <a:r>
              <a:rPr lang="en-GB" dirty="0" smtClean="0"/>
              <a:t>Poor user experience</a:t>
            </a:r>
          </a:p>
          <a:p>
            <a:r>
              <a:rPr lang="en-GB" dirty="0" smtClean="0"/>
              <a:t>Need an automated system to classify messages</a:t>
            </a:r>
          </a:p>
          <a:p>
            <a:r>
              <a:rPr lang="en-GB" dirty="0" smtClean="0"/>
              <a:t>Goal: Identify </a:t>
            </a:r>
            <a:r>
              <a:rPr lang="en-GB" b="1" dirty="0" smtClean="0"/>
              <a:t>Spam </a:t>
            </a:r>
            <a:r>
              <a:rPr lang="en-GB" b="1" dirty="0" err="1" smtClean="0"/>
              <a:t>vs</a:t>
            </a:r>
            <a:r>
              <a:rPr lang="en-GB" b="1" dirty="0" smtClean="0"/>
              <a:t> Not Spam</a:t>
            </a:r>
            <a:endParaRPr lang="en-GB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485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Content:</a:t>
            </a:r>
            <a:endParaRPr lang="en-GB" dirty="0" smtClean="0"/>
          </a:p>
          <a:p>
            <a:r>
              <a:rPr lang="en-GB" dirty="0" smtClean="0"/>
              <a:t>Understand text </a:t>
            </a:r>
            <a:r>
              <a:rPr lang="en-GB" dirty="0" err="1" smtClean="0"/>
              <a:t>preprocessing</a:t>
            </a:r>
            <a:endParaRPr lang="en-GB" dirty="0" smtClean="0"/>
          </a:p>
          <a:p>
            <a:r>
              <a:rPr lang="en-GB" dirty="0" smtClean="0"/>
              <a:t>Apply Machine Learning techniques</a:t>
            </a:r>
          </a:p>
          <a:p>
            <a:r>
              <a:rPr lang="en-GB" dirty="0" smtClean="0"/>
              <a:t>Build a spam classifier using Python</a:t>
            </a:r>
          </a:p>
          <a:p>
            <a:r>
              <a:rPr lang="en-GB" dirty="0" smtClean="0"/>
              <a:t>Evaluate model performance</a:t>
            </a:r>
          </a:p>
          <a:p>
            <a:r>
              <a:rPr lang="en-GB" dirty="0" smtClean="0"/>
              <a:t>Solve a real-world problem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62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Content:</a:t>
            </a:r>
            <a:endParaRPr lang="en-US" dirty="0" smtClean="0"/>
          </a:p>
          <a:p>
            <a:r>
              <a:rPr lang="en-US" dirty="0" smtClean="0"/>
              <a:t>SMS Spam Collection Dataset</a:t>
            </a:r>
          </a:p>
          <a:p>
            <a:r>
              <a:rPr lang="en-US" dirty="0" smtClean="0"/>
              <a:t>Contains labeled messages:</a:t>
            </a:r>
          </a:p>
          <a:p>
            <a:pPr lvl="1"/>
            <a:r>
              <a:rPr lang="en-US" dirty="0" smtClean="0"/>
              <a:t>Spam</a:t>
            </a:r>
          </a:p>
          <a:p>
            <a:pPr lvl="1"/>
            <a:r>
              <a:rPr lang="en-US" dirty="0" smtClean="0"/>
              <a:t>Ham (Not Spam)</a:t>
            </a:r>
          </a:p>
          <a:p>
            <a:r>
              <a:rPr lang="en-US" dirty="0" smtClean="0"/>
              <a:t>Total messages: 5,000+</a:t>
            </a:r>
          </a:p>
          <a:p>
            <a:r>
              <a:rPr lang="en-US" dirty="0" smtClean="0"/>
              <a:t>Format: CSV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691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Technologies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Content:</a:t>
            </a:r>
            <a:endParaRPr lang="en-US" dirty="0" smtClean="0"/>
          </a:p>
          <a:p>
            <a:r>
              <a:rPr lang="en-US" dirty="0" smtClean="0"/>
              <a:t>Python</a:t>
            </a:r>
          </a:p>
          <a:p>
            <a:r>
              <a:rPr lang="en-US" dirty="0" smtClean="0"/>
              <a:t>Pandas &amp; </a:t>
            </a:r>
            <a:r>
              <a:rPr lang="en-US" dirty="0" err="1" smtClean="0"/>
              <a:t>NumPy</a:t>
            </a:r>
            <a:endParaRPr lang="en-US" dirty="0" smtClean="0"/>
          </a:p>
          <a:p>
            <a:r>
              <a:rPr lang="en-US" dirty="0" err="1" smtClean="0"/>
              <a:t>Scikit</a:t>
            </a:r>
            <a:r>
              <a:rPr lang="en-US" dirty="0" smtClean="0"/>
              <a:t>-learn</a:t>
            </a:r>
          </a:p>
          <a:p>
            <a:r>
              <a:rPr lang="en-US" dirty="0" smtClean="0"/>
              <a:t>TF-IDF </a:t>
            </a:r>
            <a:r>
              <a:rPr lang="en-US" dirty="0" err="1" smtClean="0"/>
              <a:t>Vectorizer</a:t>
            </a:r>
            <a:endParaRPr lang="en-US" dirty="0" smtClean="0"/>
          </a:p>
          <a:p>
            <a:r>
              <a:rPr lang="en-US" dirty="0" smtClean="0"/>
              <a:t>VS Code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&amp; </a:t>
            </a:r>
            <a:r>
              <a:rPr lang="en-US" dirty="0" err="1" smtClean="0"/>
              <a:t>GitHub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429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Content:</a:t>
            </a:r>
            <a:endParaRPr lang="en-GB" dirty="0" smtClean="0"/>
          </a:p>
          <a:p>
            <a:r>
              <a:rPr lang="en-GB" dirty="0" smtClean="0"/>
              <a:t>Data collection</a:t>
            </a:r>
          </a:p>
          <a:p>
            <a:r>
              <a:rPr lang="en-GB" dirty="0" smtClean="0"/>
              <a:t>Data </a:t>
            </a:r>
            <a:r>
              <a:rPr lang="en-GB" dirty="0" err="1" smtClean="0"/>
              <a:t>preprocessing</a:t>
            </a:r>
            <a:endParaRPr lang="en-GB" dirty="0" smtClean="0"/>
          </a:p>
          <a:p>
            <a:r>
              <a:rPr lang="en-GB" dirty="0" smtClean="0"/>
              <a:t>Feature extraction (TF-IDF)</a:t>
            </a:r>
          </a:p>
          <a:p>
            <a:r>
              <a:rPr lang="en-GB" dirty="0" smtClean="0"/>
              <a:t>Model training</a:t>
            </a:r>
          </a:p>
          <a:p>
            <a:r>
              <a:rPr lang="en-GB" dirty="0" smtClean="0"/>
              <a:t>Model evaluation</a:t>
            </a:r>
          </a:p>
          <a:p>
            <a:r>
              <a:rPr lang="en-GB" dirty="0" smtClean="0"/>
              <a:t>Prediction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90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Machine Learning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Content:</a:t>
            </a:r>
            <a:endParaRPr lang="en-GB" dirty="0" smtClean="0"/>
          </a:p>
          <a:p>
            <a:r>
              <a:rPr lang="en-GB" dirty="0" smtClean="0"/>
              <a:t>Algorithm: Multinomial Naive Bayes</a:t>
            </a:r>
          </a:p>
          <a:p>
            <a:r>
              <a:rPr lang="en-GB" dirty="0" smtClean="0"/>
              <a:t>Suitable for text classification</a:t>
            </a:r>
          </a:p>
          <a:p>
            <a:r>
              <a:rPr lang="en-GB" dirty="0" smtClean="0"/>
              <a:t>Fast and efficient</a:t>
            </a:r>
          </a:p>
          <a:p>
            <a:r>
              <a:rPr lang="en-GB" dirty="0" smtClean="0"/>
              <a:t>Performs well on spam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940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Title:</a:t>
            </a:r>
            <a:r>
              <a:rPr lang="en-GB" dirty="0" smtClean="0"/>
              <a:t> Results</a:t>
            </a:r>
          </a:p>
          <a:p>
            <a:r>
              <a:rPr lang="en-GB" b="1" dirty="0" smtClean="0"/>
              <a:t>Content:</a:t>
            </a:r>
            <a:endParaRPr lang="en-GB" dirty="0" smtClean="0"/>
          </a:p>
          <a:p>
            <a:r>
              <a:rPr lang="en-GB" dirty="0" smtClean="0"/>
              <a:t>Accuracy achieved: </a:t>
            </a:r>
            <a:r>
              <a:rPr lang="en-GB" b="1" dirty="0" smtClean="0"/>
              <a:t>~97%</a:t>
            </a:r>
            <a:endParaRPr lang="en-GB" dirty="0" smtClean="0"/>
          </a:p>
          <a:p>
            <a:r>
              <a:rPr lang="en-GB" dirty="0" smtClean="0"/>
              <a:t>High precision in detecting spam</a:t>
            </a:r>
          </a:p>
          <a:p>
            <a:r>
              <a:rPr lang="en-GB" dirty="0" smtClean="0"/>
              <a:t>Low false positives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0483" y="-229111"/>
            <a:ext cx="13012966" cy="731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931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Content:</a:t>
            </a:r>
            <a:endParaRPr lang="en-GB" dirty="0" smtClean="0"/>
          </a:p>
          <a:p>
            <a:r>
              <a:rPr lang="en-GB" dirty="0" smtClean="0"/>
              <a:t>User enters a message</a:t>
            </a:r>
          </a:p>
          <a:p>
            <a:r>
              <a:rPr lang="en-GB" dirty="0" smtClean="0"/>
              <a:t>System predicts:</a:t>
            </a:r>
          </a:p>
          <a:p>
            <a:pPr lvl="1"/>
            <a:r>
              <a:rPr lang="en-GB" dirty="0" smtClean="0"/>
              <a:t>Spam</a:t>
            </a:r>
          </a:p>
          <a:p>
            <a:pPr lvl="1"/>
            <a:r>
              <a:rPr lang="en-GB" dirty="0" smtClean="0"/>
              <a:t>Not Spam</a:t>
            </a:r>
          </a:p>
          <a:p>
            <a:r>
              <a:rPr lang="en-GB" b="1" dirty="0" smtClean="0"/>
              <a:t>Example:</a:t>
            </a:r>
            <a:endParaRPr lang="en-GB" dirty="0" smtClean="0"/>
          </a:p>
          <a:p>
            <a:r>
              <a:rPr lang="en-GB" dirty="0" smtClean="0"/>
              <a:t>“FREE cash prize” → Spam</a:t>
            </a:r>
          </a:p>
          <a:p>
            <a:r>
              <a:rPr lang="en-GB" dirty="0" smtClean="0"/>
              <a:t>“Meeting tomorrow?” → Not Spam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0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Content:</a:t>
            </a:r>
            <a:endParaRPr lang="en-GB" dirty="0" smtClean="0"/>
          </a:p>
          <a:p>
            <a:r>
              <a:rPr lang="en-GB" dirty="0" smtClean="0"/>
              <a:t>Successfully built a spam classifier</a:t>
            </a:r>
          </a:p>
          <a:p>
            <a:r>
              <a:rPr lang="en-GB" dirty="0" smtClean="0"/>
              <a:t>Model performs with high accuracy</a:t>
            </a:r>
          </a:p>
          <a:p>
            <a:r>
              <a:rPr lang="en-GB" dirty="0" smtClean="0"/>
              <a:t>Demonstrates real-world AI application</a:t>
            </a:r>
          </a:p>
          <a:p>
            <a:r>
              <a:rPr lang="en-GB" dirty="0" smtClean="0"/>
              <a:t>Project meets capstone requirements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294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Enhancements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Content:</a:t>
            </a:r>
            <a:endParaRPr lang="en-US" dirty="0" smtClean="0"/>
          </a:p>
          <a:p>
            <a:r>
              <a:rPr lang="en-US" dirty="0" smtClean="0"/>
              <a:t>Deep Learning models (LSTM, BERT)</a:t>
            </a:r>
          </a:p>
          <a:p>
            <a:r>
              <a:rPr lang="en-US" dirty="0" smtClean="0"/>
              <a:t>Web app using </a:t>
            </a:r>
            <a:r>
              <a:rPr lang="en-US" dirty="0" err="1" smtClean="0"/>
              <a:t>Streamlit</a:t>
            </a:r>
            <a:endParaRPr lang="en-US" dirty="0" smtClean="0"/>
          </a:p>
          <a:p>
            <a:r>
              <a:rPr lang="en-US" dirty="0" smtClean="0"/>
              <a:t>Email spam detection</a:t>
            </a:r>
          </a:p>
          <a:p>
            <a:r>
              <a:rPr lang="en-US" dirty="0" smtClean="0"/>
              <a:t>Multilingual support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978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Content:</a:t>
            </a:r>
            <a:endParaRPr lang="en-GB" dirty="0" smtClean="0"/>
          </a:p>
          <a:p>
            <a:r>
              <a:rPr lang="en-GB" dirty="0" smtClean="0"/>
              <a:t>Thank you for listening</a:t>
            </a:r>
          </a:p>
          <a:p>
            <a:r>
              <a:rPr lang="en-GB" dirty="0" smtClean="0"/>
              <a:t>Questions?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662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265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 Title: 📧 Spam Classifier using AI &amp; Python </vt:lpstr>
      <vt:lpstr>Introduction</vt:lpstr>
      <vt:lpstr>Problem Statement</vt:lpstr>
      <vt:lpstr>Objectives</vt:lpstr>
      <vt:lpstr>Dataset Description</vt:lpstr>
      <vt:lpstr>Technologies Used</vt:lpstr>
      <vt:lpstr>Methodology</vt:lpstr>
      <vt:lpstr>Machine Learning Model</vt:lpstr>
      <vt:lpstr>Model Performance</vt:lpstr>
      <vt:lpstr>Live Demo</vt:lpstr>
      <vt:lpstr>Conclusion</vt:lpstr>
      <vt:lpstr>Future Enhancements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8</cp:revision>
  <dcterms:created xsi:type="dcterms:W3CDTF">2025-12-15T09:11:41Z</dcterms:created>
  <dcterms:modified xsi:type="dcterms:W3CDTF">2025-12-15T09:28:06Z</dcterms:modified>
</cp:coreProperties>
</file>